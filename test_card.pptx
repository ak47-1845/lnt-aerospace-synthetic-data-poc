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Commercial Maturity Framework: Scale vs. Pilots vs. Demos
</a:t>
            </a:r>
          </a:p>
          <a:p>
            <a:r>
              <a:rPr sz="1200">
                <a:solidFill>
                  <a:srgbClr val="64748B"/>
                </a:solidFill>
                <a:latin typeface="Corbel"/>
              </a:rPr>
              <a:t>Three-tier classification separating commercial revenue scale from qualified pilots and lab claims.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92424" cy="36576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26664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TIER 1 · PRODUCTION SCALE
</a:t>
            </a:r>
            <a:r>
              <a:rPr sz="1400" b="1">
                <a:solidFill>
                  <a:srgbClr val="0F172A"/>
                </a:solidFill>
                <a:latin typeface="Century Gothic"/>
              </a:rPr>
              <a:t>Commercial Production at Scale
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Waymo (Alphabet): </a:t>
            </a:r>
            <a:r>
              <a:rPr sz="1050">
                <a:solidFill>
                  <a:srgbClr val="334155"/>
                </a:solidFill>
                <a:latin typeface="Corbel"/>
              </a:rPr>
              <a:t>&gt;150,000 paid commercial trips and &gt;1,000,000 autonomous miles weekly across SF, Phoenix, and LA.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Tesla Autonomous Driving: </a:t>
            </a:r>
            <a:r>
              <a:rPr sz="1050">
                <a:solidFill>
                  <a:srgbClr val="334155"/>
                </a:solidFill>
                <a:latin typeface="Corbel"/>
              </a:rPr>
              <a:t>&gt;2.0 billion cumulative miles operating on End-to-End neural networks (FSD v12+).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TSMC Semiconductor: </a:t>
            </a:r>
            <a:r>
              <a:rPr sz="1050">
                <a:solidFill>
                  <a:srgbClr val="334155"/>
                </a:solidFill>
                <a:latin typeface="Corbel"/>
              </a:rPr>
              <a:t>Physics-informed neural networks in closed-loop EUV lithography and wafer yield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