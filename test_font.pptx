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2B49"/>
                </a:solidFill>
                <a:latin typeface="Century Gothic"/>
              </a:rPr>
              <a:t>Physical Artificial Intelligence</a:t>
            </a:r>
          </a:p>
          <a:p>
            <a:r>
              <a:rPr sz="1400">
                <a:solidFill>
                  <a:srgbClr val="334155"/>
                </a:solidFill>
                <a:latin typeface="Corbel"/>
              </a:rPr>
              <a:t>Executive Strategic Briefing — Prepared for Dr. Madhusudhan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