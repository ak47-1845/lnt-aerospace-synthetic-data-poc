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3831336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0A58CA"/>
                </a:solidFill>
                <a:latin typeface="Segoe UI"/>
              </a:rPr>
              <a:t>STRATEGIC BRIEFING · L&amp;T TECHNOLOGY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2591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Segoe UI"/>
              </a:rPr>
              <a:t>Physical Artificial Intelligence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64748B"/>
                </a:solidFill>
                <a:latin typeface="Segoe UI"/>
              </a:rPr>
              <a:t>Commercial Landscape, Kinematics Moats, and the Industrial Engineering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79476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5166360" cy="17830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166360" cy="45720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Segoe UI"/>
              </a:rPr>
              <a:t>PREPARED EXCLUSIVELY FOR
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0F172A"/>
                </a:solidFill>
                <a:latin typeface="Segoe UI"/>
              </a:rPr>
              <a:t>Dr. Madhusudhan Singh
</a:t>
            </a:r>
            <a:r>
              <a:rPr sz="1150">
                <a:solidFill>
                  <a:srgbClr val="334155"/>
                </a:solidFill>
                <a:latin typeface="Segoe UI"/>
              </a:rPr>
              <a:t>Executive &amp; Technical Leadership, L&amp;T Technology Services Limited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4160520"/>
            <a:ext cx="5166360" cy="17830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91072" y="4160520"/>
            <a:ext cx="5166360" cy="45720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43891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Segoe UI"/>
              </a:rPr>
              <a:t>AUTHORSHIP &amp; CLASSIFICATION
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0F172A"/>
                </a:solidFill>
                <a:latin typeface="Segoe UI"/>
              </a:rPr>
              <a:t>Adari Karthikeya
</a:t>
            </a:r>
            <a:r>
              <a:rPr sz="1150">
                <a:solidFill>
                  <a:srgbClr val="334155"/>
                </a:solidFill>
                <a:latin typeface="Segoe UI"/>
              </a:rPr>
              <a:t>Physical AI Practice Research · Version 3.0 Master Briefing · September 2026 (Confidential)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