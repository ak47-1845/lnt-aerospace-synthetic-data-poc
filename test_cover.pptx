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A58CA"/>
                </a:solidFill>
                <a:latin typeface="Century Gothic"/>
              </a:rPr>
              <a:t>L&amp;T TECHNOLOGY SERVICES  ·  STRATEGIC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02B49"/>
                </a:solidFill>
                <a:latin typeface="Century Gothic"/>
              </a:rPr>
              <a:t>Physical Artificial Intelligence
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475569"/>
                </a:solidFill>
                <a:latin typeface="Corbel"/>
              </a:rPr>
              <a:t>Commercial Landscape, Kinematics Moats, and the Industrial Engineering 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931920"/>
            <a:ext cx="996696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64748B"/>
                </a:solidFill>
                <a:latin typeface="Century Gothic"/>
              </a:rPr>
              <a:t>PREPARED EXCLUSIVELY FOR
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F172A"/>
                </a:solidFill>
                <a:latin typeface="Century Gothic"/>
              </a:rPr>
              <a:t>Dr. Madhusudhan Singh
</a:t>
            </a:r>
            <a:r>
              <a:rPr sz="1150">
                <a:solidFill>
                  <a:srgbClr val="475569"/>
                </a:solidFill>
                <a:latin typeface="Corbel"/>
              </a:rPr>
              <a:t>Executive &amp; Technical Leadership, L&amp;T Technology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297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64748B"/>
                </a:solidFill>
                <a:latin typeface="Century Gothic"/>
              </a:rPr>
              <a:t>AUTHORSHIP &amp; CLASSIFICATION
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F172A"/>
                </a:solidFill>
                <a:latin typeface="Century Gothic"/>
              </a:rPr>
              <a:t>Adari Karthikeya
</a:t>
            </a:r>
            <a:r>
              <a:rPr sz="1150">
                <a:solidFill>
                  <a:srgbClr val="475569"/>
                </a:solidFill>
                <a:latin typeface="Corbel"/>
              </a:rPr>
              <a:t>Physical AI Practice Research  ·  September 2026 (Confidential)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